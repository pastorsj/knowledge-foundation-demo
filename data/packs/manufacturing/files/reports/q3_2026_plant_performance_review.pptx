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Dayton Plant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Sheet1!$A$2:$A$4</c:f>
              <c:strCache>
                <c:ptCount val="3"/>
                <c:pt idx="0">
                  <c:v>July</c:v>
                </c:pt>
                <c:pt idx="1">
                  <c:v>August</c:v>
                </c:pt>
                <c:pt idx="2">
                  <c:v>September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24.9</c:v>
                </c:pt>
                <c:pt idx="1">
                  <c:v>54.0</c:v>
                </c:pt>
                <c:pt idx="2">
                  <c:v>158.9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Monterrey Plant</c:v>
                </c:pt>
              </c:strCache>
            </c:strRef>
          </c:tx>
          <c:spPr>
            <a:solidFill>
              <a:srgbClr val="D9822B"/>
            </a:solidFill>
          </c:spPr>
          <c:cat>
            <c:strRef>
              <c:f>Sheet1!$A$2:$A$4</c:f>
              <c:strCache>
                <c:ptCount val="3"/>
                <c:pt idx="0">
                  <c:v>July</c:v>
                </c:pt>
                <c:pt idx="1">
                  <c:v>August</c:v>
                </c:pt>
                <c:pt idx="2">
                  <c:v>September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92.3</c:v>
                </c:pt>
                <c:pt idx="1">
                  <c:v>66.0</c:v>
                </c:pt>
                <c:pt idx="2">
                  <c:v>26.9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Brno Plant</c:v>
                </c:pt>
              </c:strCache>
            </c:strRef>
          </c:tx>
          <c:spPr>
            <a:solidFill>
              <a:srgbClr val="7A8DA3"/>
            </a:solidFill>
          </c:spPr>
          <c:cat>
            <c:strRef>
              <c:f>Sheet1!$A$2:$A$4</c:f>
              <c:strCache>
                <c:ptCount val="3"/>
                <c:pt idx="0">
                  <c:v>July</c:v>
                </c:pt>
                <c:pt idx="1">
                  <c:v>August</c:v>
                </c:pt>
                <c:pt idx="2">
                  <c:v>September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17.3</c:v>
                </c:pt>
                <c:pt idx="1">
                  <c:v>11.4</c:v>
                </c:pt>
                <c:pt idx="2">
                  <c:v>84.8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200"/>
                  <a:t>Unplanned downtime (hours)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in this deck are computed from the plant operations tables as of 30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Targets come from the production plan workbook, scrap_targets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unplanned downtime hours, summed by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Defect cost is scrap value plus rework cost; use-as-is and return-to-supplier records carry no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 codes are defined in PM-MAN-001, Table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supplier quality agreement is version 2.1, effective 1 January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Owners and dates are tracked in the Q4 operations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554480"/>
            <a:ext cx="10515600" cy="1554480"/>
          </a:xfrm>
        </p:spPr>
        <p:txBody>
          <a:bodyPr anchor="ctr" wrap="square"/>
          <a:lstStyle/>
          <a:p>
            <a:pPr algn="l"/>
            <a:r>
              <a:rPr sz="4000" b="1">
                <a:solidFill>
                  <a:srgbClr val="FFFFFF"/>
                </a:solidFill>
              </a:rPr>
              <a:t>Q3 2026 Plant Performance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D5DCE3"/>
                </a:solidFill>
              </a:rPr>
              <a:t>Atlas Precision Components | Dayton, Monterrey, Brno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D5DCE3"/>
                </a:solidFill>
              </a:rPr>
              <a:t>Reporting period: 1 July to 30 September 2026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D5DCE3"/>
                </a:solidFill>
              </a:rPr>
              <a:t>Prepared by Operations Excellence for the Executive Operations Committee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D5DCE3"/>
                </a:solidFill>
              </a:rPr>
              <a:t>Synthetic data for a software demonstration; all companies, plants and people are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91440"/>
            <a:ext cx="11064240" cy="777240"/>
          </a:xfrm>
        </p:spPr>
        <p:txBody>
          <a:bodyPr anchor="ctr"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Plan attainment was 98.6 percent across the three plants: 399,311 good units against a target of 404,800 (12 weeks, 6 July to 27 September).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Scrap rate was 1.35 percent of units started on work orders completed in the quarter. Monterrey was above its 1.2 percent target at 1.46 percent; Dayton and Brno met theirs.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25 unplanned failures cost 536.5 hours of downtime. Dayton (237.8 h) and Monterrey (185.2 h) missed their downtime targets; Brno (113.5 h) met its target.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Spindle bearing wear (SPN-BRG) caused 53 percent of unplanned downtime hours.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Quality escape: 8D-2026-014, bore oversize on valve body AP-3312 from CNC lathe MTY-LTH-04 at Monterrey, $12,845 of nonconforming parts; closed 18 September.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B6B7B"/>
                </a:solidFill>
              </a:rPr>
              <a:t>Atlas Precision Components  |  Q3 2026 Plant Performance Review  |  Synthetic data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91440"/>
            <a:ext cx="11064240" cy="777240"/>
          </a:xfrm>
        </p:spPr>
        <p:txBody>
          <a:bodyPr anchor="ctr"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Plant scorecard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327"/>
                <a:gridCol w="1695327"/>
                <a:gridCol w="2052238"/>
                <a:gridCol w="1963010"/>
                <a:gridCol w="2319921"/>
                <a:gridCol w="1338416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Plant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Plan attainment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Scrap rate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Unplanned failures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Unplanned downtime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Defect cost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Dayton Plant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99.8%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1.20% (target 1.4%)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237.8 h (target 210 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$34,955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Monterrey Plant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95.8%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1.46% (target 1.2%)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185.2 h (target 160 h)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$34,152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Brno Plant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100.8%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1.41% (target 1.6%)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113.5 h (target 140 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$21,612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</a:rPr>
                        <a:t>All plants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</a:rPr>
                        <a:t>98.6%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</a:rPr>
                        <a:t>1.35%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</a:rPr>
                        <a:t>25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</a:rPr>
                        <a:t>536.5 h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3"/>
                          </a:solidFill>
                        </a:rPr>
                        <a:t>$90,719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222B33"/>
                </a:solidFill>
              </a:rPr>
              <a:t>Plan attainment is the sum of actual units divided by the sum of target units in the weekly output plan, for the 12 weeks starting 6 July to 21 September 2026.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222B33"/>
                </a:solidFill>
              </a:rPr>
              <a:t>Scrap rate is scrapped units divided by units started, for work orders completed from 1 July to 30 September 2026.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222B33"/>
                </a:solidFill>
              </a:rPr>
              <a:t>Unplanned downtime is the sum of downtime hours of unplanned maintenance events started in the quarter.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B6B7B"/>
                </a:solidFill>
              </a:rPr>
              <a:t>Atlas Precision Components  |  Q3 2026 Plant Performance Review  |  Synthetic data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91440"/>
            <a:ext cx="11064240" cy="777240"/>
          </a:xfrm>
        </p:spPr>
        <p:txBody>
          <a:bodyPr anchor="ctr"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Unplanned downtime by plant and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70408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5087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 b="0">
                <a:solidFill>
                  <a:srgbClr val="222B33"/>
                </a:solidFill>
              </a:rPr>
              <a:t>Dayton had the most unplanned downtime in the quarter: 12 events, 237.8 hours.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0">
                <a:solidFill>
                  <a:srgbClr val="222B33"/>
                </a:solidFill>
              </a:rPr>
              <a:t>Monterrey's longest outage of the quarter was SPN-BRG on MTY-LTH-04 on 24 August (52.0 hours).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0">
                <a:solidFill>
                  <a:srgbClr val="222B33"/>
                </a:solidFill>
              </a:rPr>
              <a:t>Brno stayed under its target of 140 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B6B7B"/>
                </a:solidFill>
              </a:rPr>
              <a:t>Atlas Precision Components  |  Q3 2026 Plant Performance Review  |  Synthetic data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91440"/>
            <a:ext cx="11064240" cy="777240"/>
          </a:xfrm>
        </p:spPr>
        <p:txBody>
          <a:bodyPr anchor="ctr"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Quality: where the cost came from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3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198"/>
                <a:gridCol w="1963010"/>
                <a:gridCol w="3390654"/>
                <a:gridCol w="2498376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Defect type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Records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Pieces affected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Cost (USD)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dimension_oob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1,054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41,860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burr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21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417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15,990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crack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11,683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surface_finish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357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7,569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thread_defect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7,306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98848"/>
            <a:ext cx="110642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222B33"/>
                </a:solidFill>
              </a:rPr>
              <a:t>144 defect records were logged in Q3 with a total cost of $90,719.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222B33"/>
                </a:solidFill>
              </a:rPr>
              <a:t>Monterrey carried $34,152 of that cost, of which $12,845 was the bore-diameter defects on AP-3312 (8D-2026-014).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222B33"/>
                </a:solidFill>
              </a:rPr>
              <a:t>Root cause: spindle bearing wear on MTY-LTH-04 with PM-2 running late; corrective actions closed on 18 September.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B6B7B"/>
                </a:solidFill>
              </a:rPr>
              <a:t>Atlas Precision Components  |  Q3 2026 Plant Performance Review  |  Synthetic data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91440"/>
            <a:ext cx="11064240" cy="777240"/>
          </a:xfrm>
        </p:spPr>
        <p:txBody>
          <a:bodyPr anchor="ctr"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Reliability: top failure codes in Q3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3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350"/>
                <a:gridCol w="3905025"/>
                <a:gridCol w="1627094"/>
                <a:gridCol w="2928769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Failure code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Failure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Events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Downtime hours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SPN-BRG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Spindle bearing wear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285.5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PMP-WEAR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Hydraulic pump wear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85.7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SRV-DRV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Servo drive 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56.7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COOL-PMP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Coolant pump failure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50.5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VLV-STK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Valve sticking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22.0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98848"/>
            <a:ext cx="110642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222B33"/>
                </a:solidFill>
              </a:rPr>
              <a:t>The top two codes, SPN-BRG and PMP-WEAR, account for 69 percent of unplanned downtime hours.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600" b="0">
                <a:solidFill>
                  <a:srgbClr val="222B33"/>
                </a:solidFill>
              </a:rPr>
              <a:t>54 PM-2 services were completed in the quarter (21 at Dayton, 18 at Monterrey, 15 at Brno).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B6B7B"/>
                </a:solidFill>
              </a:rPr>
              <a:t>Atlas Precision Components  |  Q3 2026 Plant Performance Review  |  Synthetic data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91440"/>
            <a:ext cx="11064240" cy="777240"/>
          </a:xfrm>
        </p:spPr>
        <p:txBody>
          <a:bodyPr anchor="ctr"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Supplier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19 material_flaw defects were logged in Q3, 258 pieces; 15 records were returned to the supplier.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The Halvorsen Alloys agreement (SQA-HAL-2026) targets 500 PPM and a lot rejection rate of at most 1.0 percent.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Supplier recovery plans are required if PPM is above twice the target in any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B6B7B"/>
                </a:solidFill>
              </a:rPr>
              <a:t>Atlas Precision Components  |  Q3 2026 Plant Performance Review  |  Synthetic data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91440"/>
            <a:ext cx="11064240" cy="777240"/>
          </a:xfrm>
        </p:spPr>
        <p:txBody>
          <a:bodyPr anchor="ctr"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Priorities for 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Keep every PM-2 inside the interval in PM-MAN-001, Table 1; the CMMS blocks new work orders on machines more than 14 days past due.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Route vibration and temperature warnings to named owners at every plant.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Review gauge plans for valve body parts after 8D-2026-014.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800" b="0">
                <a:solidFill>
                  <a:srgbClr val="222B33"/>
                </a:solidFill>
              </a:rPr>
              <a:t>Close the Dayton downtime gap: its largest cause in Q3 was spindle bearing wear (SPN-BRG, 101.5 hours).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B6B7B"/>
                </a:solidFill>
              </a:rPr>
              <a:t>Atlas Precision Components  |  Q3 2026 Plant Performance Review  |  Synthetic data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Plant Performance Review</dc:title>
  <dc:subject>Atlas Precision Components, Dayton, Monterrey and Brno</dc:subject>
  <dc:creator>Atlas Precision Components</dc:creator>
  <cp:keywords/>
  <dc:description>Synthetic document for a software demonstration.</dc:description>
  <cp:lastModifiedBy>Atlas Precision Components</cp:lastModifiedBy>
  <cp:revision>1</cp:revision>
  <dcterms:created xsi:type="dcterms:W3CDTF">2026-09-30T12:00:00Z</dcterms:created>
  <dcterms:modified xsi:type="dcterms:W3CDTF">2026-09-30T12:00:00Z</dcterms:modified>
  <cp:category/>
</cp:coreProperties>
</file>